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0"/>
            <a:ext cx="7315200" cy="1097280"/>
          </a:xfrm>
          <a:prstGeom prst="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</p:spPr>
        <p:txBody>
          <a:bodyPr wrap="square">
            <a:normAutofit/>
          </a:bodyPr>
          <a:lstStyle/>
          <a:p>
            <a:pPr algn="ctr">
              <a:defRPr sz="5200">
                <a:solidFill>
                  <a:srgbClr val="F5F3FF"/>
                </a:solidFill>
                <a:latin typeface="Archivo Black"/>
              </a:defRPr>
            </a:pPr>
            <a:r>
              <a:t>[title]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5760720"/>
            <a:ext cx="548640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</p:spPr>
        <p:txBody>
          <a:bodyPr wrap="square">
            <a:normAutofit/>
          </a:bodyPr>
          <a:lstStyle/>
          <a:p>
            <a:pPr algn="ctr">
              <a:defRPr sz="1400">
                <a:solidFill>
                  <a:srgbClr val="F5F3FF"/>
                </a:solidFill>
                <a:latin typeface="Work Sans"/>
              </a:defRPr>
            </a:pPr>
            <a:r>
              <a:t>[subtitle]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0" y="914400"/>
            <a:ext cx="5029200" cy="914400"/>
          </a:xfrm>
          <a:prstGeom prst="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</p:spPr>
        <p:txBody>
          <a:bodyPr wrap="square">
            <a:normAutofit/>
          </a:bodyPr>
          <a:lstStyle/>
          <a:p>
            <a:pPr algn="l">
              <a:defRPr sz="5200">
                <a:solidFill>
                  <a:srgbClr val="F5F3FF"/>
                </a:solidFill>
                <a:latin typeface="Archivo Black"/>
              </a:defRPr>
            </a:pPr>
            <a:r>
              <a:t>[title]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0" y="2011680"/>
            <a:ext cx="5029200" cy="4114800"/>
          </a:xfrm>
          <a:prstGeom prst="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</p:spPr>
        <p:txBody>
          <a:bodyPr wrap="square">
            <a:normAutofit/>
          </a:bodyPr>
          <a:lstStyle/>
          <a:p>
            <a:pPr algn="l">
              <a:defRPr sz="1400">
                <a:solidFill>
                  <a:srgbClr val="F5F3FF"/>
                </a:solidFill>
                <a:latin typeface="Work Sans"/>
              </a:defRPr>
            </a:pPr>
            <a:r>
              <a:t>[body]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</p:spPr>
        <p:txBody>
          <a:bodyPr wrap="square">
            <a:normAutofit/>
          </a:bodyPr>
          <a:lstStyle/>
          <a:p>
            <a:pPr algn="l">
              <a:defRPr sz="5200">
                <a:solidFill>
                  <a:srgbClr val="F5F3FF"/>
                </a:solidFill>
                <a:latin typeface="Archivo Black"/>
              </a:defRPr>
            </a:pPr>
            <a:r>
              <a:t>[title]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3886200" cy="4572000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800600" y="1645920"/>
            <a:ext cx="3886200" cy="4572000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3337560" cy="4023360"/>
          </a:xfrm>
          <a:prstGeom prst="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</p:spPr>
        <p:txBody>
          <a:bodyPr wrap="square">
            <a:normAutofit/>
          </a:bodyPr>
          <a:lstStyle/>
          <a:p>
            <a:pPr algn="l">
              <a:defRPr sz="1400">
                <a:solidFill>
                  <a:srgbClr val="F5F3FF"/>
                </a:solidFill>
                <a:latin typeface="Work Sans"/>
              </a:defRPr>
            </a:pPr>
            <a:r>
              <a:t>[text_left]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1920240"/>
            <a:ext cx="3337560" cy="4023360"/>
          </a:xfrm>
          <a:prstGeom prst="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</p:spPr>
        <p:txBody>
          <a:bodyPr wrap="square">
            <a:normAutofit/>
          </a:bodyPr>
          <a:lstStyle/>
          <a:p>
            <a:pPr algn="l">
              <a:defRPr sz="1400">
                <a:solidFill>
                  <a:srgbClr val="F5F3FF"/>
                </a:solidFill>
                <a:latin typeface="Work Sans"/>
              </a:defRPr>
            </a:pPr>
            <a:r>
              <a:t>[text_right]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2286000" cy="3657600"/>
          </a:xfrm>
          <a:prstGeom prst="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</p:spPr>
        <p:txBody>
          <a:bodyPr wrap="square">
            <a:normAutofit/>
          </a:bodyPr>
          <a:lstStyle/>
          <a:p>
            <a:pPr algn="l">
              <a:defRPr sz="5200">
                <a:solidFill>
                  <a:srgbClr val="F5F3FF"/>
                </a:solidFill>
                <a:latin typeface="Archivo Black"/>
              </a:defRPr>
            </a:pPr>
            <a:r>
              <a:t>[title]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0"/>
            <a:ext cx="5486400" cy="4572000"/>
          </a:xfrm>
          <a:prstGeom prst="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</p:spPr>
        <p:txBody>
          <a:bodyPr wrap="square">
            <a:normAutofit/>
          </a:bodyPr>
          <a:lstStyle/>
          <a:p>
            <a:pPr algn="l">
              <a:defRPr sz="1400">
                <a:solidFill>
                  <a:srgbClr val="F5F3FF"/>
                </a:solidFill>
                <a:latin typeface="Work Sans"/>
              </a:defRPr>
            </a:pPr>
            <a:r>
              <a:t>[bullets]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0" y="457200"/>
            <a:ext cx="5029200" cy="5943600"/>
          </a:xfrm>
          <a:prstGeom prst="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</p:spPr>
        <p:txBody>
          <a:bodyPr wrap="square">
            <a:normAutofit/>
          </a:bodyPr>
          <a:lstStyle/>
          <a:p>
            <a:pPr algn="l">
              <a:defRPr sz="1400">
                <a:solidFill>
                  <a:srgbClr val="F5F3FF"/>
                </a:solidFill>
                <a:latin typeface="Work Sans"/>
              </a:defRPr>
            </a:pPr>
            <a:r>
              <a:t>[visual]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2743200" cy="5943600"/>
          </a:xfrm>
          <a:prstGeom prst="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</p:spPr>
        <p:txBody>
          <a:bodyPr wrap="square">
            <a:normAutofit/>
          </a:bodyPr>
          <a:lstStyle/>
          <a:p>
            <a:pPr algn="l">
              <a:defRPr sz="1400">
                <a:solidFill>
                  <a:srgbClr val="F5F3FF"/>
                </a:solidFill>
                <a:latin typeface="Work Sans"/>
              </a:defRPr>
            </a:pPr>
            <a:r>
              <a:t>[text_group]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274320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</p:spPr>
        <p:txBody>
          <a:bodyPr wrap="square">
            <a:normAutofit/>
          </a:bodyPr>
          <a:lstStyle/>
          <a:p>
            <a:pPr algn="l">
              <a:defRPr sz="1400">
                <a:solidFill>
                  <a:srgbClr val="F5F3FF"/>
                </a:solidFill>
                <a:latin typeface="Work Sans"/>
              </a:defRPr>
            </a:pPr>
            <a:r>
              <a:t>[box1]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2286000"/>
            <a:ext cx="274320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</p:spPr>
        <p:txBody>
          <a:bodyPr wrap="square">
            <a:normAutofit/>
          </a:bodyPr>
          <a:lstStyle/>
          <a:p>
            <a:pPr algn="l">
              <a:defRPr sz="1400">
                <a:solidFill>
                  <a:srgbClr val="F5F3FF"/>
                </a:solidFill>
                <a:latin typeface="Work Sans"/>
              </a:defRPr>
            </a:pPr>
            <a:r>
              <a:t>[box2]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371600"/>
          </a:xfrm>
          <a:prstGeom prst="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</p:spPr>
        <p:txBody>
          <a:bodyPr wrap="square">
            <a:normAutofit/>
          </a:bodyPr>
          <a:lstStyle/>
          <a:p>
            <a:pPr algn="l">
              <a:defRPr sz="5200">
                <a:solidFill>
                  <a:srgbClr val="F5F3FF"/>
                </a:solidFill>
                <a:latin typeface="Archivo Black"/>
              </a:defRPr>
            </a:pPr>
            <a:r>
              <a:t>[title]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731520"/>
            <a:ext cx="5486400" cy="914400"/>
          </a:xfrm>
          <a:prstGeom prst="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</p:spPr>
        <p:txBody>
          <a:bodyPr wrap="square">
            <a:normAutofit/>
          </a:bodyPr>
          <a:lstStyle/>
          <a:p>
            <a:pPr algn="l">
              <a:defRPr sz="5200">
                <a:solidFill>
                  <a:srgbClr val="F5F3FF"/>
                </a:solidFill>
                <a:latin typeface="Archivo Black"/>
              </a:defRPr>
            </a:pPr>
            <a:r>
              <a:t>[title]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5486400" cy="4114800"/>
          </a:xfrm>
          <a:prstGeom prst="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</p:spPr>
        <p:txBody>
          <a:bodyPr wrap="square">
            <a:normAutofit/>
          </a:bodyPr>
          <a:lstStyle/>
          <a:p>
            <a:pPr algn="l">
              <a:defRPr sz="1400">
                <a:solidFill>
                  <a:srgbClr val="F5F3FF"/>
                </a:solidFill>
                <a:latin typeface="Work Sans"/>
              </a:defRPr>
            </a:pPr>
            <a:r>
              <a:t>[body]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