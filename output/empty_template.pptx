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0"/>
            <a:ext cx="7315200" cy="109728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9FAFB"/>
                </a:solidFill>
                <a:latin typeface="Playfair Display"/>
              </a:defRPr>
            </a:pPr>
            <a:r>
              <a:t>[title]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760720"/>
            <a:ext cx="548640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914400"/>
            <a:ext cx="50292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4800">
                <a:solidFill>
                  <a:srgbClr val="F9FAFB"/>
                </a:solidFill>
                <a:latin typeface="Playfair Display"/>
              </a:defRPr>
            </a:pPr>
            <a:r>
              <a:t>[title]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011680"/>
            <a:ext cx="502920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[body]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4800">
                <a:solidFill>
                  <a:srgbClr val="F9FAFB"/>
                </a:solidFill>
                <a:latin typeface="Playfair Display"/>
              </a:defRPr>
            </a:pPr>
            <a:r>
              <a:t>[title]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886200" cy="457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00600" y="1645920"/>
            <a:ext cx="3886200" cy="457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33756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[text_left]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920240"/>
            <a:ext cx="333756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[text_right]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457200"/>
            <a:ext cx="5029200" cy="59436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[visual]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[text_group]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6576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[title_left]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365760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[body_left]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36576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[title_right]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108960"/>
            <a:ext cx="365760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[body_right]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[col_top]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3200400"/>
            <a:ext cx="365760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[col_bottom]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4800">
                <a:solidFill>
                  <a:srgbClr val="F9FAFB"/>
                </a:solidFill>
                <a:latin typeface="Playfair Display"/>
              </a:defRPr>
            </a:pPr>
            <a:r>
              <a:t>[title]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[body]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[main_title]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[title_1]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25603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[body_1]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645920"/>
            <a:ext cx="256032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[title_2]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77440"/>
            <a:ext cx="25603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[body_2]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256032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9FAFB"/>
                </a:solidFill>
                <a:latin typeface="Lato"/>
              </a:defRPr>
            </a:pPr>
            <a:r>
              <a:t>[title_3]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25603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[body_3]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54864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4800">
                <a:solidFill>
                  <a:srgbClr val="F9FAFB"/>
                </a:solidFill>
                <a:latin typeface="Playfair Display"/>
              </a:defRPr>
            </a:pPr>
            <a:r>
              <a:t>[title]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548640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</p:spPr>
        <p:txBody>
          <a:bodyPr wrap="none">
            <a:spAutoFit/>
          </a:bodyPr>
          <a:lstStyle/>
          <a:p>
            <a:pPr algn="l">
              <a:defRPr sz="1500">
                <a:solidFill>
                  <a:srgbClr val="F9FAFB"/>
                </a:solidFill>
                <a:latin typeface="Lato"/>
              </a:defRPr>
            </a:pPr>
            <a:r>
              <a:t>[body]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